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《汇报管理制度》培训教程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道简网络  |  2026年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4864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115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为什么要做汇报管理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54864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1755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三大系统与闭环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54864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2395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日报填写详解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54864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30358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周报外勤会议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54864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管控篇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36758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点评与评分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97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00400" y="4315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认知篇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为什么要做汇报管理？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汇报是职场人的基本素养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28600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不会汇报的后果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领导不知道你在做什么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你的努力容易被忽视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037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晋升机会与你无关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511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遇到问题没人帮你解决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228600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汇报的好处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记录工作证明价值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8562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梳理思路提升能力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2037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积累经验加速成长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5511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展示成果获得认可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50292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汇报不是给领导看的，而是给自己看的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汇报是管理的基础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没有汇报，就没有管理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45720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不汇报=不可控=风险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7315200" cy="45720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不汇报=不知道=失控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7315200" cy="45720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不汇报=不信任=隔阂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汇报是建立信任的桥梁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汇报是成长的捷径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8686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070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让领导知道你的价值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8686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4983480" y="12070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让领导看到你的成长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31920" cy="8686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042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让领导信任你的能力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3931920" cy="8686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3042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愿意给你机会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架构篇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三大系统与闭环流程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汇报管理三大系统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DJOS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1097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0" y="1207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教员工怎么干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82296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DJMS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103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管控系统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22128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教管理者怎么管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82296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DJAS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应用系统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32186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给员工用什么工具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汇报管理闭环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6400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06040" y="1005840"/>
            <a:ext cx="1920240" cy="6400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260604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1920240" cy="6400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03720" y="1005840"/>
            <a:ext cx="1920240" cy="6400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实操篇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日报填写规范详解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日报四大板块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987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26187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清晰罗列工作事项，明确完成情况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64008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764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经验沉淀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0391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提炼方法、心得、解决思路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6400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542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明日计划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8163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明确核心工作，标注目标与时限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64008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319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需要帮助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593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列出需协调支持的事项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今日总结填写要点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格式要求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28016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按时间顺序罗列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每项工作单独一行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明确工作事项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明确工作结果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填写关联数据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工作状态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128016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已完成-当日完成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进行中-已开始未完成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已预约-已安排未开始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已取消-因故取消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经验沉淀五大维度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77724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87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成单经验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成功案例的方法总结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4023360" cy="77724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987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踩坑教训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失败教训及反思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77724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技巧分享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高效工作的方法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874520"/>
            <a:ext cx="4023360" cy="77724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对市场和客户的理解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023360" cy="77724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07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产品心得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218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产品使用心得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禁止出现：无 暂无 复制当日工作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明日计划 - SMART原则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600200" cy="15544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明确具体动作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76272" y="914400"/>
            <a:ext cx="1600200" cy="15544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2176272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76272" y="1508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可衡量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67712" y="1920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有量化标准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914400"/>
            <a:ext cx="1600200" cy="15544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3895344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95344" y="1508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可达成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86784" y="1920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合理可实现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14416" y="914400"/>
            <a:ext cx="1600200" cy="15544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5614416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14416" y="1508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05856" y="1920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与目标相关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33488" y="914400"/>
            <a:ext cx="1600200" cy="15544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7333488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33488" y="1508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24928" y="1920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明确时间节点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日报提交规范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188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员工类型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提交截止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备注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销售顾问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当天24:00前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含经验沉淀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其他员工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当天24:00前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常规内容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实习生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当天18:00前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需主管确认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补交：需在次日10:00前完成，注明补交原因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配套篇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周报、外勤、会议规范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周报内容结构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上周工作总结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计划vs完成对比，完成率统计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64008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64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经验沉淀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391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本周成单经验、教训、技巧分享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6400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本周计划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163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核心工作事项及完成时限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64008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9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需要帮助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93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需要协调支持的事项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外勤管理规范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有效外勤标准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4114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地理位置精确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4114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013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现场照片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657600" cy="4114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042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客户联系人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657600" cy="41148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072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沟通记录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外勤考核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3657600" cy="155448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50次/月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1000元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按实际次数比例计算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晨会与夕会制度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37744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  9:00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  2分钟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计划汇报  8分钟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主管总结  5分钟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参加：销售顾问 | 15分钟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37744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夕会  17:00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今日复盘  10分钟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问题讨论  5分钟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主管点评  5分钟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参加：销售顾问 | 20分钟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A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管控篇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点评与评分体系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点评管理规范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05156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鼓励与鞭策各50%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肯定成绩的同时指出不足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4023360" cy="105156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以事实为依据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引用原文，有据可查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023360" cy="105156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建设性为主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提出具体改进建议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148840"/>
            <a:ext cx="4023360" cy="105156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及时反馈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当日或次日完成点评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评分标准体系（满分100分）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评分项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分值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计划完成度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30分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对比明日计划与今日完成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经验沉淀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有深度思考、有可复用价值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计划质量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具体动作+预期结果+时间安排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汇报质量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30分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内容完整、条理清晰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评分周期：日评分→周评分→月评分→季评分→年评分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总结篇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核心原则与行动号召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汇报管理核心原则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82296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11680" y="1143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实事求是，不夸大不缩小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4023360" cy="82296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143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当日事当日毕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023360" cy="822960"/>
          </a:xfrm>
          <a:prstGeom prst="round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四大板块都要填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4023360" cy="822960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用脑思考，不写流水账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23360" cy="82296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3154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有计划有结果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从今天开始，认真对待每一次汇报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汇报好了，工作就好了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工作好了，回报就来了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回报来了，人生就好了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2026-03-18T16:01:58Z</dcterms:created>
  <dcterms:modified xsi:type="dcterms:W3CDTF">2026-03-18T16:01:58Z</dcterms:modified>
</cp:coreProperties>
</file>